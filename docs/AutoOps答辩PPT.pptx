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⚡ AutoOps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企业级智能自动化运维平台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2DC"/>
                </a:solidFill>
              </a:defRPr>
            </a:pPr>
            <a:r>
              <a:t>基于 Python + Flask + Paramiko 的企业服务器智能运维与安全监控系统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2DC"/>
                </a:solidFill>
              </a:defRPr>
            </a:pPr>
            <a:r>
              <a:t>姓名：余凯楠  |  学号：202310012730  |  专业：网络工程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📋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D2DC"/>
                </a:solidFill>
              </a:defRPr>
            </a:pPr>
            <a:r>
              <a:t>❌ 传统人工运维效率低，服务器数量不断增加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❌ 故障发现不及时，缺乏自动化监控手段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❌ 日志分散难管理，无法统一分析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❌ 安全风险无法实时预警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❌ 多服务器管理困难，操作重复耗时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00D4AA"/>
                </a:solidFill>
              </a:defRPr>
            </a:pPr>
            <a:r>
              <a:t>✅ 企业迫切需要：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   自动化监控 + 远程运维 + 日志分析 + 自动告警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🏗️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</a:defRPr>
            </a:pPr>
            <a:r>
              <a:t>                    ┌─────────────────────────────┐</a:t>
            </a:r>
            <a:br/>
            <a:r>
              <a:t>                    │   Web管理后台 (Flask)       │</a:t>
            </a:r>
            <a:br/>
            <a:r>
              <a:t>                    │   Bootstrap + Chart.js      │</a:t>
            </a:r>
            <a:br/>
            <a:r>
              <a:t>                    └─────────────┬───────────────┘</a:t>
            </a:r>
            <a:br/>
            <a:r>
              <a:t>                                  │</a:t>
            </a:r>
            <a:br/>
            <a:r>
              <a:t>           ┌──────────────────────┼──────────────────────┐</a:t>
            </a:r>
            <a:br/>
            <a:r>
              <a:t>           │                      │                      │</a:t>
            </a:r>
            <a:br/>
            <a:r>
              <a:t>    ┌──────▼──────┐       ┌──────▼──────┐       ┌──────▼──────┐</a:t>
            </a:r>
            <a:br/>
            <a:r>
              <a:t>    │  系统监控   │       │  SSH远程    │       │  日志分析   │</a:t>
            </a:r>
            <a:br/>
            <a:r>
              <a:t>    │  psutil     │       │  Paramiko   │       │  logging    │</a:t>
            </a:r>
            <a:br/>
            <a:r>
              <a:t>    └──────┬──────┘       └──────┬──────┘       └──────┬──────┘</a:t>
            </a:r>
            <a:br/>
            <a:r>
              <a:t>           │                     │                     │</a:t>
            </a:r>
            <a:br/>
            <a:r>
              <a:t>           └─────────────────────┼─────────────────────┘</a:t>
            </a:r>
            <a:br/>
            <a:r>
              <a:t>                                 │</a:t>
            </a:r>
            <a:br/>
            <a:r>
              <a:t>                          ┌──────▼──────┐</a:t>
            </a:r>
            <a:br/>
            <a:r>
              <a:t>                          │  自动告警   │</a:t>
            </a:r>
            <a:br/>
            <a:r>
              <a:t>                          │  邮件/日志  │</a:t>
            </a:r>
            <a:br/>
            <a:r>
              <a:t>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🔧 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</a:defRPr>
            </a:pPr>
            <a:r>
              <a:t>  Python               核心开发语言</a:t>
            </a:r>
          </a:p>
          <a:p>
            <a:pPr>
              <a:spcBef>
                <a:spcPts val="600"/>
              </a:spcBef>
              <a:defRPr sz="2200" b="0">
                <a:solidFill>
                  <a:srgbClr val="00D4AA"/>
                </a:solidFill>
              </a:defRPr>
            </a:pPr>
            <a:r>
              <a:t>  Flask                Web管理后台</a:t>
            </a:r>
          </a:p>
          <a:p>
            <a:pPr>
              <a:spcBef>
                <a:spcPts val="600"/>
              </a:spcBef>
              <a:defRPr sz="2200" b="0">
                <a:solidFill>
                  <a:srgbClr val="00D4AA"/>
                </a:solidFill>
              </a:defRPr>
            </a:pPr>
            <a:r>
              <a:t>  SQLite               数据库存储</a:t>
            </a:r>
          </a:p>
          <a:p>
            <a:pPr>
              <a:spcBef>
                <a:spcPts val="600"/>
              </a:spcBef>
              <a:defRPr sz="2200" b="0">
                <a:solidFill>
                  <a:srgbClr val="D29922"/>
                </a:solidFill>
              </a:defRPr>
            </a:pPr>
            <a:r>
              <a:t>  psutil               系统监控</a:t>
            </a:r>
          </a:p>
          <a:p>
            <a:pPr>
              <a:spcBef>
                <a:spcPts val="600"/>
              </a:spcBef>
              <a:defRPr sz="2200" b="0">
                <a:solidFill>
                  <a:srgbClr val="D29922"/>
                </a:solidFill>
              </a:defRPr>
            </a:pPr>
            <a:r>
              <a:t>  Paramiko             SSH远程运维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  Bootstrap 5          前端UI框架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  Chart.js             数据可视化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📊 功能模块1：系统监控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2DC"/>
                </a:solidFill>
              </a:defRPr>
            </a:pPr>
            <a:r>
              <a:t>• CPU使用率实时监控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内存使用率监控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磁盘使用率监控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网络流量监控（发送/接收）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进程列表监控（Top N）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后台线程每10秒自动采集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历史趋势图表展示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自动阈值检测触发告警</a:t>
            </a:r>
          </a:p>
          <a:p>
            <a:pPr>
              <a:spcBef>
                <a:spcPts val="600"/>
              </a:spcBef>
              <a:defRPr sz="1600" b="0">
                <a:solidFill>
                  <a:srgbClr val="C8D2DC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D29922"/>
                </a:solidFill>
              </a:defRPr>
            </a:pPr>
            <a:r>
              <a:t>演示：打开仪表盘，展示实时数据变化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🖥️ 功能模块2：SSH远程运维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2DC"/>
                </a:solidFill>
              </a:defRPr>
            </a:pPr>
            <a:r>
              <a:t>• SSH远程登录（密码/密钥认证）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远程执行Linux命令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文件上传下载（SFTP）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sudo提权执行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多服务器统一管理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快捷命令按钮（df -h / free -m / top）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终端式操作界面</a:t>
            </a:r>
          </a:p>
          <a:p>
            <a:pPr>
              <a:spcBef>
                <a:spcPts val="600"/>
              </a:spcBef>
              <a:defRPr sz="1600" b="0">
                <a:solidFill>
                  <a:srgbClr val="C8D2DC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D29922"/>
                </a:solidFill>
              </a:defRPr>
            </a:pPr>
            <a:r>
              <a:t>演示：SSH连接 -&gt; 执行 df -h / free -m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🛡️ 功能模块3：日志分析与安全检测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2DC"/>
                </a:solidFill>
              </a:defRPr>
            </a:pPr>
            <a:r>
              <a:t>• 系统运行日志采集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认证日志分析（/var/log/auth.log）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异常行为检测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暴力破解攻击识别（Failed password）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关键词匹配 + 正则表达式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安全分析报告生成</a:t>
            </a:r>
          </a:p>
          <a:p>
            <a:pPr>
              <a:spcBef>
                <a:spcPts val="600"/>
              </a:spcBef>
              <a:defRPr sz="1600" b="0">
                <a:solidFill>
                  <a:srgbClr val="C8D2DC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D29922"/>
                </a:solidFill>
              </a:defRPr>
            </a:pPr>
            <a:r>
              <a:t>演示：点击分析日志，展示检测结果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🔔 功能模块4：自动告警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2DC"/>
                </a:solidFill>
              </a:defRPr>
            </a:pPr>
            <a:r>
              <a:t>• CPU过高（&gt;80%）→ 自动告警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内存不足（&gt;85%）→ 自动告警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磁盘满（&gt;90%）→ 紧急告警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SSH异常登录 → 安全告警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告警方式：Web页面 + 邮件 + 日志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• 告警级别：INFO / WARNING / CRITICAL</a:t>
            </a:r>
          </a:p>
          <a:p>
            <a:pPr>
              <a:spcBef>
                <a:spcPts val="600"/>
              </a:spcBef>
              <a:defRPr sz="1600" b="0">
                <a:solidFill>
                  <a:srgbClr val="C8D2DC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D29922"/>
                </a:solidFill>
              </a:defRPr>
            </a:pPr>
            <a:r>
              <a:t>演示：制造CPU高占用 -&gt; 触发告警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🛠️ 加分项：运维工具箱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D2DC"/>
                </a:solidFill>
              </a:defRPr>
            </a:pPr>
            <a:r>
              <a:t>📡 批量主机存活检测 — 整合课程实验01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🔍 TCP端口扫描 — 整合课程实验07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🌐 DNS域名解析 — 整合课程实验07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⚙️ 进程管理（查看/终止） — 整合课程实验02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📊 HTML巡检报告生成 — 整合课程实验03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📄 CSV数据导出 — 整合课程实验05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🔑 SSH密钥认证 + SFTP — 整合课程实验06</a:t>
            </a:r>
          </a:p>
          <a:p>
            <a:pPr>
              <a:spcBef>
                <a:spcPts val="600"/>
              </a:spcBef>
              <a:defRPr sz="2000" b="0">
                <a:solidFill>
                  <a:srgbClr val="C8D2DC"/>
                </a:solidFill>
              </a:defRPr>
            </a:pPr>
            <a:r>
              <a:t>📋 Ansible Playbook — 整合课程实验08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⭐ 项目亮点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D2DC"/>
                </a:solidFill>
              </a:defRPr>
            </a:pPr>
            <a:r>
              <a:t>1. 企业级模块化架构设计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2. 全自动化监控与告警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3. 远程SSH批量运维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4. 日志安全分析与攻击检测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5. Web可视化暗色主题仪表盘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6. 模块联动自动化处理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7. 课程实验知识全面整合（8个实验模块）</a:t>
            </a:r>
          </a:p>
          <a:p>
            <a:pPr>
              <a:spcBef>
                <a:spcPts val="600"/>
              </a:spcBef>
              <a:defRPr sz="2400" b="0">
                <a:solidFill>
                  <a:srgbClr val="C8D2DC"/>
                </a:solidFill>
              </a:defRPr>
            </a:pPr>
            <a:r>
              <a:t>8. Ansible Playbook自动化运维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🎬 答辩演示流程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D2DC"/>
                </a:solidFill>
              </a:defRPr>
            </a:pPr>
            <a:r>
              <a:t>Step 1: 打开运维仪表盘（http://localhost:5000）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2: 展示CPU/内存实时监控 + 趋势图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3: SSH远程执行 Linux 命令（df -h / free -m）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4: 工具箱 - 批量主机扫描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5: 工具箱 - 端口扫描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6: 制造CPU高占用（yes &gt; /dev/null）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7: 触发自动告警</a:t>
            </a:r>
          </a:p>
          <a:p>
            <a:pPr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Step 8: 展示日志安全分析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</a:defRPr>
            </a:pPr>
            <a:r>
              <a:t>✅ 项目总结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D2DC"/>
                </a:solidFill>
              </a:defRPr>
            </a:pPr>
            <a:r>
              <a:t>实现了企业服务器统一运维管理</a:t>
            </a:r>
          </a:p>
          <a:p>
            <a:pPr algn="ctr"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实现了自动化监控与告警</a:t>
            </a:r>
          </a:p>
          <a:p>
            <a:pPr algn="ctr"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实现了远程SSH运维</a:t>
            </a:r>
          </a:p>
          <a:p>
            <a:pPr algn="ctr"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实现了日志安全分析</a:t>
            </a:r>
          </a:p>
          <a:p>
            <a:pPr algn="ctr">
              <a:spcBef>
                <a:spcPts val="600"/>
              </a:spcBef>
              <a:defRPr sz="2200" b="0">
                <a:solidFill>
                  <a:srgbClr val="C8D2DC"/>
                </a:solidFill>
              </a:defRPr>
            </a:pPr>
            <a:r>
              <a:t>提高了运维效率与安全性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AA"/>
                </a:solidFill>
              </a:defRPr>
            </a:pPr>
            <a:r>
              <a:t>谢谢老师！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